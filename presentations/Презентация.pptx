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7997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Начните с фразы: «Мы сделали два радара рисков. Первый смотрит на права и учётки в Active Directory. Второй смотрит на сертификаты сервисов. Оба не исправляют автоматически, а показывают evidence и рекомендации».
[Sources]
- DEMO guide: https://raw.githubusercontent.com/MuhametaliSagiden/KMGDIGITALHACKATONCS-404-406-demo/main/DEMO-%D0%96%D0%AE%D0%A0%D0%98-%D0%9D%D0%90%D0%A7%D0%9D%D0%98-%D0%97%D0%94%D0%95%D0%A1%D0%AC.md
- Project/TZ reconciliation: https://raw.githubusercontent.com/MuhametaliSagiden/KMGDIGITALHACKATONCS-404-406-demo/main/%D0%A1%D0%92%D0%95%D0%A0%D0%9A%D0%90-%D0%9F%D0%A0%D0%9E%D0%95%D0%9A%D0%A2%D0%9E%D0%92-%D0%A1-%D0%A2%D0%97-%D0%98-%D0%9F%D0%A0%D0%95%D0%97%D0%95%D0%9D%D0%A2%D0%90%D0%A6%D0%98%D0%95%D0%99.md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Скажите простыми словами: «Сложность не в том, что админ не знает AD или сертификаты. Проблема — объектов много, цепочки длинные, сроки забываются. Мы автоматизировали проверку и сделали результаты объяснимыми».
[Sources]
- Project/TZ reconciliation lines about both modules covering MVP: https://raw.githubusercontent.com/MuhametaliSagiden/KMGDIGITALHACKATONCS-404-406-demo/main/%D0%A1%D0%92%D0%95%D0%A0%D0%9A%D0%90-%D0%9F%D0%A0%D0%9E%D0%95%D0%9A%D0%A2%D0%9E%D0%92-%D0%A1-%D0%A2%D0%97-%D0%98-%D0%9F%D0%A0%D0%95%D0%97%D0%95%D0%9D%D0%A2%D0%90%D0%A6%D0%98%D0%95%D0%99.md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Скажите: «Первый проект читает тестовый AD по LDAP. Мы не меняем AD. Собираем users/groups, строим граф, находим прямые и вложенные привилегии. Самый сильный пример — lab_nested_admin получает Domain Admins через две группы».
[Sources]
- Demo guide Identity steps and addresses: https://raw.githubusercontent.com/MuhametaliSagiden/KMGDIGITALHACKATONCS-404-406-demo/main/DEMO-%D0%96%D0%AE%D0%A0%D0%98-%D0%9D%D0%90%D0%A7%D0%9D%D0%98-%D0%97%D0%94%D0%95%D0%A1%D0%AC.md
- Reconciliation Identity features: https://raw.githubusercontent.com/MuhametaliSagiden/KMGDIGITALHACKATONCS-404-406-demo/main/%D0%A1%D0%92%D0%95%D0%A0%D0%9A%D0%90-%D0%9F%D0%A0%D0%9E%D0%95%D0%9A%D0%A2%D0%9E%D0%92-%D0%A1-%D0%A2%D0%97-%D0%98-%D0%9F%D0%A0%D0%95%D0%97%D0%95%D0%9D%D0%A2%D0%90%D0%A6%D0%98%D0%95%D0%99.md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докладчик не читает все шаги, а быстро переходит в браузер. Сценарий: Dashboard → AD Diagnostics/Test Connection → Scan History → Account Details → CSV. В конце сказать: «История не перезаписывается: каждый scan — отдельный snapshot».
[Sources]
- Demo guide detailed steps: https://raw.githubusercontent.com/MuhametaliSagiden/KMGDIGITALHACKATONCS-404-406-demo/main/DEMO-%D0%96%D0%AE%D0%A0%D0%98-%D0%9D%D0%90%D0%A7%D0%9D%D0%98-%D0%97%D0%94%D0%95%D0%A1%D0%AC.md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Скажите: «Второй проект решает другую боль: сервисы могут упасть из-за сертификата, который истёк или выдан не на то имя. Мы централизованно проверяем TLS-сертификаты и заранее поднимаем проблему».
[Sources]
- Certificate Radar README: https://raw.githubusercontent.com/MuhametaliSagiden/KMGDIGITALHACKATONCS-404-406-demo/main/hackatonProject2/README.md
- Project/TZ reconciliation Certificate Radar features: https://raw.githubusercontent.com/MuhametaliSagiden/KMGDIGITALHACKATONCS-404-406-demo/main/%D0%A1%D0%92%D0%95%D0%A0%D0%9A%D0%90-%D0%9F%D0%A0%D0%9E%D0%95%D0%9A%D0%A2%D0%9E%D0%92-%D0%A1-%D0%A2%D0%97-%D0%98-%D0%9F%D0%A0%D0%95%D0%97%D0%95%D0%9D%D0%A2%D0%90%D0%A6%D0%98%D0%95%D0%99.md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Сценарий: открыть Dashboard, показать Health Score, перейти в Сертификаты, отфильтровать Expired, открыть mismatch и weak, затем запустить scan и показать export. Обязательно сказать, что dead.lab.local специально недоступен и не валит весь scan.
[Sources]
- Demo guide Certificate Radar steps: https://raw.githubusercontent.com/MuhametaliSagiden/KMGDIGITALHACKATONCS-404-406-demo/main/DEMO-%D0%96%D0%AE%D0%A0%D0%98-%D0%9D%D0%90%D0%A7%D0%9D%D0%98-%D0%97%D0%94%D0%95%D0%A1%D0%AC.md
- Certificate Radar README: https://raw.githubusercontent.com/MuhametaliSagiden/KMGDIGITALHACKATONCS-404-406-demo/main/hackatonProject2/README.md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слайд для вашей внутренней дисциплины. Не надо задерживаться на нём. Он помогает не утонуть в деталях. Основная защита — live demo.
[Sources]
- Demo guide with timing context: https://raw.githubusercontent.com/MuhametaliSagiden/KMGDIGITALHACKATONCS-404-406-demo/main/DEMO-%D0%96%D0%AE%D0%A0%D0%98-%D0%9D%D0%90%D0%A7%D0%9D%D0%98-%D0%97%D0%94%D0%95%D0%A1%D0%AC.md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Закройте презентацию общей ценностью: «Оба проекта — это не просто dashboards. Это объяснимый слой раннего предупреждения для инфраструктуры». После этого можно перейти к вопросам.
[Sources]
- Project/TZ reconciliation summary and limitations: https://raw.githubusercontent.com/MuhametaliSagiden/KMGDIGITALHACKATONCS-404-406-demo/main/%D0%A1%D0%92%D0%95%D0%A0%D0%9A%D0%90-%D0%9F%D0%A0%D0%9E%D0%95%D0%9A%D0%A2%D0%9E%D0%92-%D0%A1-%D0%A2%D0%97-%D0%98-%D0%9F%D0%A0%D0%95%D0%97%D0%95%D0%9D%D0%A2%D0%90%D0%A6%D0%98%D0%95%D0%99.md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резервный слайд для Q&amp;A. Используйте только если спросят. Самые важные ответы: не AI, read-only, история, TLS не HTTP, два MVP пока раздельные.
[Sources]
- Demo guide Q&amp;A: https://raw.githubusercontent.com/MuhametaliSagiden/KMGDIGITALHACKATONCS-404-406-demo/main/DEMO-%D0%96%D0%AE%D0%A0%D0%98-%D0%9D%D0%90%D0%A7%D0%9D%D0%98-%D0%97%D0%94%D0%95%D0%A1%D0%AC.md
- Project/TZ reconciliation limitations: https://raw.githubusercontent.com/MuhametaliSagiden/KMGDIGITALHACKATONCS-404-406-demo/main/%D0%A1%D0%92%D0%95%D0%A0%D0%9A%D0%90-%D0%9F%D0%A0%D0%9E%D0%95%D0%9A%D0%A2%D0%9E%D0%92-%D0%A1-%D0%A2%D0%97-%D0%98-%D0%9F%D0%A0%D0%95%D0%97%D0%95%D0%9D%D0%A2%D0%90%D0%A6%D0%98%D0%95%D0%99.md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жюри спрашивает, чего нет: отвечайте спокойно. Нельзя притворяться, что Exchange/Teams/полный RBCD ACL уже production-ready. Но для MVP закрыты основные требования: AD risks и certificate risks.
[Sources]
- Project/TZ reconciliation limitations: https://raw.githubusercontent.com/MuhametaliSagiden/KMGDIGITALHACKATONCS-404-406-demo/main/%D0%A1%D0%92%D0%95%D0%A0%D0%9A%D0%90-%D0%9F%D0%A0%D0%9E%D0%95%D0%9A%D0%A2%D0%9E%D0%92-%D0%A1-%D0%A2%D0%97-%D0%98-%D0%9F%D0%A0%D0%95%D0%97%D0%95%D0%9D%D0%A2%D0%90%D0%A6%D0%98%D0%95%D0%99.md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473952"/>
            <a:ext cx="11384280" cy="0"/>
          </a:xfrm>
          <a:prstGeom prst="line">
            <a:avLst/>
          </a:prstGeom>
          <a:noFill/>
          <a:ln w="12700">
            <a:solidFill>
              <a:srgbClr val="1D355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86384"/>
            <a:ext cx="1965960" cy="310896"/>
          </a:xfrm>
          <a:prstGeom prst="rect">
            <a:avLst/>
          </a:prstGeom>
          <a:solidFill>
            <a:srgbClr val="34D399"/>
          </a:solidFill>
          <a:ln>
            <a:solidFill>
              <a:srgbClr val="34D39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5 минут + live demo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5577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Infrastructure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Risk Radar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54096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Два модуля раннего обнаружения рисков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в корпоративной инфраструктуре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0" y="1298448"/>
            <a:ext cx="4114800" cy="960120"/>
          </a:xfrm>
          <a:prstGeom prst="rect">
            <a:avLst/>
          </a:prstGeom>
          <a:solidFill>
            <a:srgbClr val="0A2236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Identity Risk Analyzer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кто имеет опасные права?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0" y="2542032"/>
            <a:ext cx="4114800" cy="960120"/>
          </a:xfrm>
          <a:prstGeom prst="rect">
            <a:avLst/>
          </a:prstGeom>
          <a:solidFill>
            <a:srgbClr val="0A2236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Certificate Radar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какие сервисы сломает TLS?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65392" y="1901952"/>
            <a:ext cx="6126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565392" y="3136392"/>
            <a:ext cx="612648" cy="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94360" y="4370832"/>
            <a:ext cx="4846320" cy="932688"/>
          </a:xfrm>
          <a:prstGeom prst="rect">
            <a:avLst/>
          </a:prstGeom>
          <a:solidFill>
            <a:srgbClr val="0E1D31"/>
          </a:solidFill>
          <a:ln w="12700">
            <a:solidFill>
              <a:srgbClr val="1B365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Главная мысль: находим риск заранее,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показываем evidence и рекомендацию,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но ничего автоматически не ломаем.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94360" y="57150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read‑only • объяснимые правила • история сканов • экспорт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Зачем это нужно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проблема → подход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Риски часто спрятаны</a:t>
            </a:r>
            <a:endParaRPr lang="en-US" sz="3000" dirty="0"/>
          </a:p>
          <a:p>
            <a:pPr marL="0" indent="0" algn="l">
              <a:buNone/>
            </a:pPr>
            <a:r>
              <a:rPr lang="en-US" sz="3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не в коде, а в настройках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В инфраструктуре две частые боли: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907792"/>
            <a:ext cx="5212080" cy="1005840"/>
          </a:xfrm>
          <a:prstGeom prst="rect">
            <a:avLst/>
          </a:prstGeom>
          <a:solidFill>
            <a:srgbClr val="0C2238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  Скрытые права</a:t>
            </a:r>
            <a:endParaRPr lang="en-US" sz="1550" dirty="0"/>
          </a:p>
          <a:p>
            <a:pPr marL="0" indent="0" algn="l">
              <a:buNone/>
            </a:pPr>
            <a:r>
              <a:rPr lang="en-US" sz="15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Пользователь может получить админ‑доступ через цепочку групп.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94360" y="4160520"/>
            <a:ext cx="5212080" cy="1005840"/>
          </a:xfrm>
          <a:prstGeom prst="rect">
            <a:avLst/>
          </a:prstGeom>
          <a:solidFill>
            <a:srgbClr val="0C2238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  Сертификаты</a:t>
            </a:r>
            <a:endParaRPr lang="en-US" sz="1550" dirty="0"/>
          </a:p>
          <a:p>
            <a:pPr marL="0" indent="0" algn="l">
              <a:buNone/>
            </a:pPr>
            <a:r>
              <a:rPr lang="en-US" sz="15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Сервис может упасть из‑за истечения, mismatch или слабой криптографии.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537960" y="1325880"/>
            <a:ext cx="1874520" cy="594360"/>
          </a:xfrm>
          <a:prstGeom prst="rect">
            <a:avLst/>
          </a:prstGeom>
          <a:solidFill>
            <a:srgbClr val="241B2B"/>
          </a:solidFill>
          <a:ln w="12700">
            <a:solidFill>
              <a:srgbClr val="FB923C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Ручная проверка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2" y="1627632"/>
            <a:ext cx="612648" cy="0"/>
          </a:xfrm>
          <a:prstGeom prst="line">
            <a:avLst/>
          </a:prstGeom>
          <a:noFill/>
          <a:ln w="25400">
            <a:solidFill>
              <a:srgbClr val="FB923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281160" y="1325880"/>
            <a:ext cx="1920240" cy="594360"/>
          </a:xfrm>
          <a:prstGeom prst="rect">
            <a:avLst/>
          </a:prstGeom>
          <a:solidFill>
            <a:srgbClr val="2A1522"/>
          </a:solidFill>
          <a:ln w="12700">
            <a:solidFill>
              <a:srgbClr val="FB718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можно пропустить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3154680"/>
            <a:ext cx="2084832" cy="594360"/>
          </a:xfrm>
          <a:prstGeom prst="rect">
            <a:avLst/>
          </a:prstGeom>
          <a:solidFill>
            <a:srgbClr val="102C42"/>
          </a:solidFill>
          <a:ln w="12700">
            <a:solidFill>
              <a:srgbClr val="67E8F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Автоматический scan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759952" y="3456432"/>
            <a:ext cx="429768" cy="0"/>
          </a:xfrm>
          <a:prstGeom prst="line">
            <a:avLst/>
          </a:prstGeom>
          <a:noFill/>
          <a:ln w="25400">
            <a:solidFill>
              <a:srgbClr val="67E8F9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281160" y="3154680"/>
            <a:ext cx="1965960" cy="594360"/>
          </a:xfrm>
          <a:prstGeom prst="rect">
            <a:avLst/>
          </a:prstGeom>
          <a:solidFill>
            <a:srgbClr val="0E2D2B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evidence + score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4800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Наша идея: превратить хаос настроек в понятный список приоритетов.</a:t>
            </a:r>
            <a:endParaRPr lang="en-US" sz="16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Project 1: Identity Risk Analyzer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Active Directory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Проверяет: кто имеет</a:t>
            </a:r>
            <a:endParaRPr lang="en-US" sz="2700" dirty="0"/>
          </a:p>
          <a:p>
            <a:pPr marL="0" indent="0" algn="l">
              <a:buNone/>
            </a:pPr>
            <a:r>
              <a:rPr lang="en-US" sz="2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опасные права и настройки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2788920"/>
            <a:ext cx="1417320" cy="960120"/>
          </a:xfrm>
          <a:prstGeom prst="rect">
            <a:avLst/>
          </a:prstGeom>
          <a:solidFill>
            <a:srgbClr val="0C2238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пользователи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группы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121408" y="3273552"/>
            <a:ext cx="621792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852928" y="2788920"/>
            <a:ext cx="1234440" cy="960120"/>
          </a:xfrm>
          <a:prstGeom prst="rect">
            <a:avLst/>
          </a:prstGeom>
          <a:solidFill>
            <a:srgbClr val="0B2530"/>
          </a:solidFill>
          <a:ln w="12700">
            <a:solidFill>
              <a:srgbClr val="67E8F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LDAP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read‑only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87952" y="3273552"/>
            <a:ext cx="612648" cy="0"/>
          </a:xfrm>
          <a:prstGeom prst="line">
            <a:avLst/>
          </a:prstGeom>
          <a:noFill/>
          <a:ln w="25400">
            <a:solidFill>
              <a:srgbClr val="67E8F9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910328" y="2788920"/>
            <a:ext cx="1417320" cy="960120"/>
          </a:xfrm>
          <a:prstGeom prst="rect">
            <a:avLst/>
          </a:prstGeom>
          <a:solidFill>
            <a:srgbClr val="0B2A24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Граф групп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и пути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46520" y="3273552"/>
            <a:ext cx="630936" cy="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178040" y="2788920"/>
            <a:ext cx="1417320" cy="960120"/>
          </a:xfrm>
          <a:prstGeom prst="rect">
            <a:avLst/>
          </a:prstGeom>
          <a:solidFill>
            <a:srgbClr val="2A2010"/>
          </a:solidFill>
          <a:ln w="12700">
            <a:solidFill>
              <a:srgbClr val="FBBF2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Risk Rules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18 правил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3273552"/>
            <a:ext cx="594360" cy="0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45752" y="2788920"/>
            <a:ext cx="1463040" cy="960120"/>
          </a:xfrm>
          <a:prstGeom prst="rect">
            <a:avLst/>
          </a:prstGeom>
          <a:solidFill>
            <a:srgbClr val="241B2B"/>
          </a:solidFill>
          <a:ln w="12700">
            <a:solidFill>
              <a:srgbClr val="A78B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SQLite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" y="4645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Сильная фича для демо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94360" y="49560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lab_nested_admin → DemoHelpDesk → DemoITAdmins → Domain Admins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509760" y="4718304"/>
            <a:ext cx="1051560" cy="256032"/>
          </a:xfrm>
          <a:prstGeom prst="rect">
            <a:avLst/>
          </a:prstGeom>
          <a:solidFill>
            <a:srgbClr val="34D399"/>
          </a:solidFill>
          <a:ln>
            <a:solidFill>
              <a:srgbClr val="34D39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read‑only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9509760" y="5047488"/>
            <a:ext cx="1051560" cy="256032"/>
          </a:xfrm>
          <a:prstGeom prst="rect">
            <a:avLst/>
          </a:prstGeom>
          <a:solidFill>
            <a:srgbClr val="67E8F9"/>
          </a:solidFill>
          <a:ln>
            <a:solidFill>
              <a:srgbClr val="67E8F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evidence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9509760" y="5376672"/>
            <a:ext cx="1051560" cy="256032"/>
          </a:xfrm>
          <a:prstGeom prst="rect">
            <a:avLst/>
          </a:prstGeom>
          <a:solidFill>
            <a:srgbClr val="A78BFA"/>
          </a:solidFill>
          <a:ln>
            <a:solidFill>
              <a:srgbClr val="A78BFA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history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Что показываем в Identity Risk Analyzer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live demo: 60–80 секунд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89611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Открыть: http://127.0.0.1:5207/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310896" cy="310896"/>
          </a:xfrm>
          <a:prstGeom prst="rect">
            <a:avLst/>
          </a:prstGeom>
          <a:solidFill>
            <a:srgbClr val="34D399"/>
          </a:solidFill>
          <a:ln>
            <a:solidFill>
              <a:srgbClr val="34D39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1719072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Dashboard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63240" y="1719072"/>
            <a:ext cx="5669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AD Security Score, findings, top risky accounts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2542032"/>
            <a:ext cx="310896" cy="310896"/>
          </a:xfrm>
          <a:prstGeom prst="rect">
            <a:avLst/>
          </a:prstGeom>
          <a:solidFill>
            <a:srgbClr val="67E8F9"/>
          </a:solidFill>
          <a:ln>
            <a:solidFill>
              <a:srgbClr val="67E8F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523744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AD Connection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063240" y="2523744"/>
            <a:ext cx="5669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Test Connection: сервер dc01.adlab.test, порт 389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4360" y="3346704"/>
            <a:ext cx="310896" cy="310896"/>
          </a:xfrm>
          <a:prstGeom prst="rect">
            <a:avLst/>
          </a:prstGeom>
          <a:solidFill>
            <a:srgbClr val="67E8F9"/>
          </a:solidFill>
          <a:ln>
            <a:solidFill>
              <a:srgbClr val="67E8F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328416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Scan History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63240" y="3328416"/>
            <a:ext cx="5669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Start Scan → Completed, объекты и находки &gt;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" y="4151376"/>
            <a:ext cx="310896" cy="310896"/>
          </a:xfrm>
          <a:prstGeom prst="rect">
            <a:avLst/>
          </a:prstGeom>
          <a:solidFill>
            <a:srgbClr val="FBBF24"/>
          </a:solidFill>
          <a:ln>
            <a:solidFill>
              <a:srgbClr val="FBBF24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51560" y="4133088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Account Details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063240" y="4133088"/>
            <a:ext cx="5669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lab_nested_admin: путь до Domain Admins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94360" y="4956048"/>
            <a:ext cx="310896" cy="310896"/>
          </a:xfrm>
          <a:prstGeom prst="rect">
            <a:avLst/>
          </a:prstGeom>
          <a:solidFill>
            <a:srgbClr val="67E8F9"/>
          </a:solidFill>
          <a:ln>
            <a:solidFill>
              <a:srgbClr val="67E8F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93776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CSV Export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063240" y="4937760"/>
            <a:ext cx="5669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Accounts CSV + Findings CSV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915400" y="1691640"/>
            <a:ext cx="2606040" cy="1417320"/>
          </a:xfrm>
          <a:prstGeom prst="rect">
            <a:avLst/>
          </a:prstGeom>
          <a:solidFill>
            <a:srgbClr val="10233B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Фраза для защиты</a:t>
            </a:r>
            <a:endParaRPr lang="en-US" sz="1320" dirty="0"/>
          </a:p>
          <a:p>
            <a:pPr marL="0" indent="0" algn="l">
              <a:buNone/>
            </a:pPr>
            <a:r>
              <a:rPr lang="en-US" sz="13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«Это не скриншот и не fake data. Это сохранённый ScanRun: LDAP → анализ → SQLite → Dashboard.»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8915400" y="3474720"/>
            <a:ext cx="2606040" cy="1417320"/>
          </a:xfrm>
          <a:prstGeom prst="rect">
            <a:avLst/>
          </a:prstGeom>
          <a:solidFill>
            <a:srgbClr val="1D1B2E"/>
          </a:solidFill>
          <a:ln w="12700">
            <a:solidFill>
              <a:srgbClr val="A78B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Главная сцена</a:t>
            </a:r>
            <a:endParaRPr lang="en-US" sz="1280" dirty="0"/>
          </a:p>
          <a:p>
            <a:pPr marL="0" indent="0" algn="l">
              <a:buNone/>
            </a:pPr>
            <a:r>
              <a:rPr lang="en-US" sz="128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lab_nested_admin</a:t>
            </a:r>
            <a:endParaRPr lang="en-US" sz="1280" dirty="0"/>
          </a:p>
          <a:p>
            <a:pPr marL="0" indent="0" algn="l">
              <a:buNone/>
            </a:pPr>
            <a:r>
              <a:rPr lang="en-US" sz="128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 DemoHelpDesk</a:t>
            </a:r>
            <a:endParaRPr lang="en-US" sz="1280" dirty="0"/>
          </a:p>
          <a:p>
            <a:pPr marL="0" indent="0" algn="l">
              <a:buNone/>
            </a:pPr>
            <a:r>
              <a:rPr lang="en-US" sz="128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 DemoITAdmins</a:t>
            </a:r>
            <a:endParaRPr lang="en-US" sz="1280" dirty="0"/>
          </a:p>
          <a:p>
            <a:pPr marL="0" indent="0" algn="l">
              <a:buNone/>
            </a:pPr>
            <a:r>
              <a:rPr lang="en-US" sz="128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→ Domain Admins</a:t>
            </a:r>
            <a:endParaRPr lang="en-US" sz="12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Project 2: Certificate Radar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TLS certificates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Проверяет: какие сервисы</a:t>
            </a:r>
            <a:endParaRPr lang="en-US" sz="2700" dirty="0"/>
          </a:p>
          <a:p>
            <a:pPr marL="0" indent="0" algn="l">
              <a:buNone/>
            </a:pPr>
            <a:r>
              <a:rPr lang="en-US" sz="2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сломает или ослабит сертификат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2779776"/>
            <a:ext cx="1417320" cy="960120"/>
          </a:xfrm>
          <a:prstGeom prst="rect">
            <a:avLst/>
          </a:prstGeom>
          <a:solidFill>
            <a:srgbClr val="0C2238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Цели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DNS / IP / URL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CIDR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121408" y="3264408"/>
            <a:ext cx="621792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852928" y="2779776"/>
            <a:ext cx="1325880" cy="960120"/>
          </a:xfrm>
          <a:prstGeom prst="rect">
            <a:avLst/>
          </a:prstGeom>
          <a:solidFill>
            <a:srgbClr val="0B2530"/>
          </a:solidFill>
          <a:ln w="12700">
            <a:solidFill>
              <a:srgbClr val="67E8F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TLS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handshake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3264408"/>
            <a:ext cx="594360" cy="0"/>
          </a:xfrm>
          <a:prstGeom prst="line">
            <a:avLst/>
          </a:prstGeom>
          <a:noFill/>
          <a:ln w="25400">
            <a:solidFill>
              <a:srgbClr val="67E8F9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001768" y="2779776"/>
            <a:ext cx="1417320" cy="960120"/>
          </a:xfrm>
          <a:prstGeom prst="rect">
            <a:avLst/>
          </a:prstGeom>
          <a:solidFill>
            <a:srgbClr val="0B2A24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Checks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expiry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name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chain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547104" y="3264408"/>
            <a:ext cx="612648" cy="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269480" y="2779776"/>
            <a:ext cx="1234440" cy="960120"/>
          </a:xfrm>
          <a:prstGeom prst="rect">
            <a:avLst/>
          </a:prstGeom>
          <a:solidFill>
            <a:srgbClr val="2A2010"/>
          </a:solidFill>
          <a:ln w="12700">
            <a:solidFill>
              <a:srgbClr val="FBBF2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Risk +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status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31936" y="3264408"/>
            <a:ext cx="603504" cy="0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354312" y="2779776"/>
            <a:ext cx="1417320" cy="960120"/>
          </a:xfrm>
          <a:prstGeom prst="rect">
            <a:avLst/>
          </a:prstGeom>
          <a:solidFill>
            <a:srgbClr val="241B2B"/>
          </a:solidFill>
          <a:ln w="12700">
            <a:solidFill>
              <a:srgbClr val="A78B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Dashboard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Export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Alerts</a:t>
            </a:r>
            <a:endParaRPr lang="en-US" sz="1220" dirty="0"/>
          </a:p>
        </p:txBody>
      </p:sp>
      <p:sp>
        <p:nvSpPr>
          <p:cNvPr id="15" name="Text 13"/>
          <p:cNvSpPr/>
          <p:nvPr/>
        </p:nvSpPr>
        <p:spPr>
          <a:xfrm>
            <a:off x="594360" y="4736592"/>
            <a:ext cx="5760720" cy="658368"/>
          </a:xfrm>
          <a:prstGeom prst="rect">
            <a:avLst/>
          </a:prstGeom>
          <a:solidFill>
            <a:srgbClr val="0E1D31"/>
          </a:solidFill>
          <a:ln w="12700">
            <a:solidFill>
              <a:srgbClr val="23304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Важно: он не делает HTTP‑запросы к сервисам — только TLS‑соединение и чтение сертификата.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729984" y="4736592"/>
            <a:ext cx="4434840" cy="658368"/>
          </a:xfrm>
          <a:prstGeom prst="rect">
            <a:avLst/>
          </a:prstGeom>
          <a:solidFill>
            <a:srgbClr val="0E1D31"/>
          </a:solidFill>
          <a:ln w="12700">
            <a:solidFill>
              <a:srgbClr val="233047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6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Что находит:</a:t>
            </a:r>
            <a:endParaRPr lang="en-US" sz="1360" dirty="0"/>
          </a:p>
          <a:p>
            <a:pPr marL="0" indent="0" algn="l">
              <a:buNone/>
            </a:pPr>
            <a:r>
              <a:rPr lang="en-US" sz="136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Expired • hostname mismatch • self‑signed • chain errors • weak key • unreachable</a:t>
            </a:r>
            <a:endParaRPr lang="en-US" sz="13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Что показываем в Certificate Radar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live demo: 60–80 секунд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89611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34D39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Открыть: http://127.0.0.1:8000/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310896" cy="310896"/>
          </a:xfrm>
          <a:prstGeom prst="rect">
            <a:avLst/>
          </a:prstGeom>
          <a:solidFill>
            <a:srgbClr val="34D399"/>
          </a:solidFill>
          <a:ln>
            <a:solidFill>
              <a:srgbClr val="34D39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1719072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Dashboard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63240" y="1719072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Health Score, статусы, сколько целей проверено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2542032"/>
            <a:ext cx="310896" cy="310896"/>
          </a:xfrm>
          <a:prstGeom prst="rect">
            <a:avLst/>
          </a:prstGeom>
          <a:solidFill>
            <a:srgbClr val="67E8F9"/>
          </a:solidFill>
          <a:ln>
            <a:solidFill>
              <a:srgbClr val="67E8F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523744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Сертификаты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063240" y="2523744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expired.lab.local, mismatch.lab.local, weak.lab.local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94360" y="3346704"/>
            <a:ext cx="310896" cy="310896"/>
          </a:xfrm>
          <a:prstGeom prst="rect">
            <a:avLst/>
          </a:prstGeom>
          <a:solidFill>
            <a:srgbClr val="67E8F9"/>
          </a:solidFill>
          <a:ln>
            <a:solidFill>
              <a:srgbClr val="67E8F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328416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Сканы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63240" y="3328416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Запустить скан → обработано 10/10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" y="4151376"/>
            <a:ext cx="310896" cy="310896"/>
          </a:xfrm>
          <a:prstGeom prst="rect">
            <a:avLst/>
          </a:prstGeom>
          <a:solidFill>
            <a:srgbClr val="FB923C"/>
          </a:solidFill>
          <a:ln>
            <a:solidFill>
              <a:srgbClr val="FB923C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51560" y="4133088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Устойчивость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063240" y="4133088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dead.lab.local = Unreachable, но scan не падает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94360" y="4956048"/>
            <a:ext cx="310896" cy="310896"/>
          </a:xfrm>
          <a:prstGeom prst="rect">
            <a:avLst/>
          </a:prstGeom>
          <a:solidFill>
            <a:srgbClr val="67E8F9"/>
          </a:solidFill>
          <a:ln>
            <a:solidFill>
              <a:srgbClr val="67E8F9">
                <a:alpha val="0"/>
              </a:srgbClr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937760"/>
            <a:ext cx="1965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Экспорт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063240" y="4937760"/>
            <a:ext cx="5486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CSV / XLSX / HTML отчёты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915400" y="1700784"/>
            <a:ext cx="2606040" cy="1572768"/>
          </a:xfrm>
          <a:prstGeom prst="rect">
            <a:avLst/>
          </a:prstGeom>
          <a:solidFill>
            <a:srgbClr val="0B2A24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9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Фраза для защиты</a:t>
            </a:r>
            <a:endParaRPr lang="en-US" sz="1290" dirty="0"/>
          </a:p>
          <a:p>
            <a:pPr marL="0" indent="0" algn="l">
              <a:buNone/>
            </a:pPr>
            <a:r>
              <a:rPr lang="en-US" sz="129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«Радар не ждёт жалобы пользователя. Он заранее показывает, какой сертификат истекает, где mismatch и где слабая криптография.»</a:t>
            </a:r>
            <a:endParaRPr lang="en-US" sz="1290" dirty="0"/>
          </a:p>
        </p:txBody>
      </p:sp>
      <p:sp>
        <p:nvSpPr>
          <p:cNvPr id="22" name="Text 20"/>
          <p:cNvSpPr/>
          <p:nvPr/>
        </p:nvSpPr>
        <p:spPr>
          <a:xfrm>
            <a:off x="8915400" y="3675888"/>
            <a:ext cx="2606040" cy="1143000"/>
          </a:xfrm>
          <a:prstGeom prst="rect">
            <a:avLst/>
          </a:prstGeom>
          <a:solidFill>
            <a:srgbClr val="241B2B"/>
          </a:solidFill>
          <a:ln w="12700">
            <a:solidFill>
              <a:srgbClr val="A78B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Важно не обещать</a:t>
            </a:r>
            <a:endParaRPr lang="en-US" sz="1250" dirty="0"/>
          </a:p>
          <a:p>
            <a:pPr marL="0" indent="0" algn="l">
              <a:buNone/>
            </a:pPr>
            <a:r>
              <a:rPr lang="en-US" sz="12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SMTP/Telegram зависят от секретов. В demo надёжный канал — Console.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94360" y="598932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Все *.lab.local — локальный TLS‑стенд демо‑ВМ.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Как уложиться в 5 минут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говорим мало — показываем главное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10789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34D39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0:00–0:30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2148840" y="10789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Одна проблема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51960" y="10789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«Риски инфраструктуры часто скрыты в настройках»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594360" y="1673352"/>
            <a:ext cx="987552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933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0:30–1:00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2148840" y="1993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Два модуля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51960" y="19933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Identity: права. Certificate: TLS. Оба read‑only.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2587752"/>
            <a:ext cx="987552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9077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38BDF8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1:00–2:45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2148840" y="29077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Identity demo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51960" y="29077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Dashboard → nested path → recommendation → CSV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594360" y="3502152"/>
            <a:ext cx="987552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8221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FBBF2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2:45–4:15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2148840" y="38221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Certificate demo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51960" y="38221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Expired/mismatch/weak → scan 10/10 → export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594360" y="4416552"/>
            <a:ext cx="987552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736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A78BFA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4:15–5:00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2148840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Итог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51960" y="47365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«Это основа общей Infrastructure Risk Radar»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8549640" y="1143000"/>
            <a:ext cx="2834640" cy="2103120"/>
          </a:xfrm>
          <a:prstGeom prst="rect">
            <a:avLst/>
          </a:prstGeom>
          <a:solidFill>
            <a:srgbClr val="0E1D31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Правило защиты:</a:t>
            </a:r>
            <a:endParaRPr lang="en-US" sz="1420" dirty="0"/>
          </a:p>
          <a:p>
            <a:pPr marL="0" indent="0" algn="l">
              <a:buNone/>
            </a:pPr>
            <a:r>
              <a:rPr lang="en-US" sz="14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не объясняйте все 254 теста и все 18+ правил.</a:t>
            </a:r>
            <a:endParaRPr lang="en-US" sz="1420" dirty="0"/>
          </a:p>
          <a:p>
            <a:pPr marL="0" indent="0" algn="l">
              <a:buNone/>
            </a:pPr>
            <a:r>
              <a:rPr lang="en-US" sz="14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Покажите 2 сильные сцены:</a:t>
            </a:r>
            <a:endParaRPr lang="en-US" sz="1420" dirty="0"/>
          </a:p>
          <a:p>
            <a:pPr marL="0" indent="0" algn="l">
              <a:buNone/>
            </a:pPr>
            <a:r>
              <a:rPr lang="en-US" sz="14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1) nested Domain Admin path</a:t>
            </a:r>
            <a:endParaRPr lang="en-US" sz="1420" dirty="0"/>
          </a:p>
          <a:p>
            <a:pPr marL="0" indent="0" algn="l">
              <a:buNone/>
            </a:pPr>
            <a:r>
              <a:rPr lang="en-US" sz="14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2) expired/mismatch certificate</a:t>
            </a:r>
            <a:endParaRPr lang="en-US" sz="1420" dirty="0"/>
          </a:p>
        </p:txBody>
      </p:sp>
      <p:sp>
        <p:nvSpPr>
          <p:cNvPr id="25" name="Text 23"/>
          <p:cNvSpPr/>
          <p:nvPr/>
        </p:nvSpPr>
        <p:spPr>
          <a:xfrm>
            <a:off x="8549640" y="3840480"/>
            <a:ext cx="2834640" cy="822960"/>
          </a:xfrm>
          <a:prstGeom prst="rect">
            <a:avLst/>
          </a:prstGeom>
          <a:solidFill>
            <a:srgbClr val="1C2110"/>
          </a:solidFill>
          <a:ln w="12700">
            <a:solidFill>
              <a:srgbClr val="FBBF2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Если времени мало:</a:t>
            </a:r>
            <a:endParaRPr lang="en-US" sz="1320" dirty="0"/>
          </a:p>
          <a:p>
            <a:pPr marL="0" indent="0" algn="l">
              <a:buNone/>
            </a:pPr>
            <a:r>
              <a:rPr lang="en-US" sz="132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слайды 1–2 → сразу браузер → потом этот план как closing.</a:t>
            </a:r>
            <a:endParaRPr lang="en-US" sz="13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Итог для жюри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что запомнить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91440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Мы не просто нашли ошибки.</a:t>
            </a:r>
            <a:endParaRPr lang="en-US" sz="2700" dirty="0"/>
          </a:p>
          <a:p>
            <a:pPr marL="0" indent="0" algn="l">
              <a:buNone/>
            </a:pPr>
            <a:r>
              <a:rPr lang="en-US" sz="2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Мы объяснили риск и сохранили историю.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94360" y="2304288"/>
            <a:ext cx="3383280" cy="1828800"/>
          </a:xfrm>
          <a:prstGeom prst="rect">
            <a:avLst/>
          </a:prstGeom>
          <a:solidFill>
            <a:srgbClr val="0C2238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Identity Risk Analyzer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реальные LDAP‑запросы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nested privileges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risk findings + score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SQLite snapshots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34840" y="2304288"/>
            <a:ext cx="3383280" cy="1828800"/>
          </a:xfrm>
          <a:prstGeom prst="rect">
            <a:avLst/>
          </a:prstGeom>
          <a:solidFill>
            <a:srgbClr val="0B2A24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Certificate Radar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TLS handshake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expiry/name/chain/crypto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health score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export + notifications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21040" y="2487168"/>
            <a:ext cx="2788920" cy="1463040"/>
          </a:xfrm>
          <a:prstGeom prst="rect">
            <a:avLst/>
          </a:prstGeom>
          <a:solidFill>
            <a:srgbClr val="211B2C"/>
          </a:solidFill>
          <a:ln w="12700">
            <a:solidFill>
              <a:srgbClr val="A78BF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Дальше можно объединить оба модуля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в единый Infrastructure Risk Radar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49834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Финальная фраза: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5358384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«Система помогает безопаснику увидеть приоритеты: кто опасен, какой сервис сломается и почему именно это важно».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Backup: вопросы, которые могут задать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короткие ответы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Это AI?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105156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Нет. Сейчас детерминированные правила: каждую находку можно объяснить evidence.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1618488"/>
            <a:ext cx="996696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116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Почему read‑only?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201168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Чтобы анализатор не ломал инфраструктуру. Исправление делает администратор после проверки.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2578608"/>
            <a:ext cx="996696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9718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Почему SQLite?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297180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Для MVP удобно хранить историю ScanRun локально. В production можно заменить БД.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3538728"/>
            <a:ext cx="996696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Что если один TLS‑сервис мёртв?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393192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Certificate Radar помечает цель Unreachable и продолжает scan.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4498848"/>
            <a:ext cx="9966960" cy="0"/>
          </a:xfrm>
          <a:prstGeom prst="line">
            <a:avLst/>
          </a:prstGeom>
          <a:noFill/>
          <a:ln w="12700">
            <a:solidFill>
              <a:srgbClr val="162A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8920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7E8F9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Оба проекта объединены?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0" y="4892040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Пока это два MVP. Следующий шаг — единый Dashboard Infrastructure Risk Radar.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21792"/>
            <a:ext cx="11384280" cy="0"/>
          </a:xfrm>
          <a:prstGeom prst="line">
            <a:avLst/>
          </a:prstGeom>
          <a:noFill/>
          <a:ln w="12700">
            <a:solidFill>
              <a:srgbClr val="0F2A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Backup: что честно сказать про ограничения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41080" y="3108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A8B3C4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не обещать лишнего</a:t>
            </a:r>
            <a:endParaRPr lang="en-US" sz="880" dirty="0"/>
          </a:p>
        </p:txBody>
      </p:sp>
      <p:sp>
        <p:nvSpPr>
          <p:cNvPr id="5" name="Text 3"/>
          <p:cNvSpPr/>
          <p:nvPr/>
        </p:nvSpPr>
        <p:spPr>
          <a:xfrm>
            <a:off x="594360" y="1143000"/>
            <a:ext cx="5074920" cy="1920240"/>
          </a:xfrm>
          <a:prstGeom prst="rect">
            <a:avLst/>
          </a:prstGeom>
          <a:solidFill>
            <a:srgbClr val="0C2238"/>
          </a:solidFill>
          <a:ln w="12700">
            <a:solidFill>
              <a:srgbClr val="38BDF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Identity Risk Analyzer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Security Event Log выключен по умолчанию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RBCD: видим факт настройки, ACL глубоко не разбираем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интерактивный вход сервисных аккаунтов не считается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074920" cy="1920240"/>
          </a:xfrm>
          <a:prstGeom prst="rect">
            <a:avLst/>
          </a:prstGeom>
          <a:solidFill>
            <a:srgbClr val="0B2A24"/>
          </a:solidFill>
          <a:ln w="12700">
            <a:solidFill>
              <a:srgbClr val="34D39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Certificate Radar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SMTP/Telegram требуют секретов и настройки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Teams не реализован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расписание есть, но в demo можно запускать вручную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828800" y="3794760"/>
            <a:ext cx="8549640" cy="1234440"/>
          </a:xfrm>
          <a:prstGeom prst="rect">
            <a:avLst/>
          </a:prstGeom>
          <a:solidFill>
            <a:srgbClr val="1C2110"/>
          </a:solidFill>
          <a:ln w="12700">
            <a:solidFill>
              <a:srgbClr val="FBBF24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Общее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это MVP, не production hardening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веб‑доступ в demo локальный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4F7F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• общая платформа с единым Dashboard — следующий этап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5C718E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jaVu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ejaVu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2465</Words>
  <Application>Microsoft Office PowerPoint</Application>
  <PresentationFormat>Широкоэкранный</PresentationFormat>
  <Paragraphs>214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DejaVu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KMG Digital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Infrastructure Risk Radar — защита</dc:title>
  <dc:subject>Hackathon defense deck: Identity Risk Analyzer + Certificate Radar</dc:subject>
  <dc:creator>OpenAI</dc:creator>
  <cp:lastModifiedBy>Барашов Айдын</cp:lastModifiedBy>
  <cp:revision>3</cp:revision>
  <dcterms:created xsi:type="dcterms:W3CDTF">2026-09-25T08:24:28Z</dcterms:created>
  <dcterms:modified xsi:type="dcterms:W3CDTF">2026-09-25T09:34:42Z</dcterms:modified>
</cp:coreProperties>
</file>